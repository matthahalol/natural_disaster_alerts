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Gelasio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16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793790" y="25640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 Modeling for Earthquake Magnitude Prediction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3217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Predicting earthquake magnitude is critical for disaster preparedness. This presentation evaluates baseline models using geographic and depth features. We will cover our models, their performance, and key learnings.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026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Valeriya Mintseva and Matthias Gulas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Predicting Magnitude Matters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3515201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 Severity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Earthquake magnitude directly affects damage severity.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200203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5274" y="3515201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373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Slow Response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373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Lack of predictive tools slows emergency response efforts.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55833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5625822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Faster Aid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predictions lead to faster aid and fewer casualties.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95BA382-551A-CB15-ACD2-118F392A3D9E}"/>
              </a:ext>
            </a:extLst>
          </p:cNvPr>
          <p:cNvSpPr/>
          <p:nvPr/>
        </p:nvSpPr>
        <p:spPr>
          <a:xfrm>
            <a:off x="12420600" y="7505700"/>
            <a:ext cx="2209800" cy="723900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793790" y="2426494"/>
            <a:ext cx="57063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Modeling Strategy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75434"/>
            <a:ext cx="4347567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4722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521327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Using Latitude, Longitude, and Depth.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3475434"/>
            <a:ext cx="4347567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68171" y="4722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368171" y="521327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 set a performance benchmark.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3475434"/>
            <a:ext cx="4347567" cy="9072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15738" y="4722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715738" y="5213271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Mean, Median, and Linear Regression.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55" y="168443"/>
            <a:ext cx="13086708" cy="26667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41730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 Models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2"/>
          <p:cNvSpPr/>
          <p:nvPr/>
        </p:nvSpPr>
        <p:spPr>
          <a:xfrm>
            <a:off x="102060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Mean Predictor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Always outputs the average magnitude from the training set.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544377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Median Predictor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43776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Always predicts the median value, robust to outliers.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986694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Linear Regression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866948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Uses features to predict magnitude based on a linear relationship.</a:t>
            </a:r>
            <a:endParaRPr lang="en-US" sz="17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D6ACEE-E3FF-0595-847F-313FEFE509DE}"/>
              </a:ext>
            </a:extLst>
          </p:cNvPr>
          <p:cNvSpPr/>
          <p:nvPr/>
        </p:nvSpPr>
        <p:spPr>
          <a:xfrm>
            <a:off x="12522200" y="7696200"/>
            <a:ext cx="2108200" cy="533400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5404485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Did the Models Perform?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220" y="1104306"/>
            <a:ext cx="10307634" cy="5404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75734" y="6543323"/>
            <a:ext cx="160615" cy="160615"/>
          </a:xfrm>
          <a:prstGeom prst="roundRect">
            <a:avLst>
              <a:gd name="adj" fmla="val 11386"/>
            </a:avLst>
          </a:prstGeom>
          <a:solidFill>
            <a:srgbClr val="B5866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4036093" y="6577912"/>
            <a:ext cx="361712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358652" y="6564087"/>
            <a:ext cx="160615" cy="160615"/>
          </a:xfrm>
          <a:prstGeom prst="roundRect">
            <a:avLst>
              <a:gd name="adj" fmla="val 11386"/>
            </a:avLst>
          </a:prstGeom>
          <a:solidFill>
            <a:srgbClr val="CBAA9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6519267" y="6570790"/>
            <a:ext cx="456724" cy="160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RMSE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314022" y="6543323"/>
            <a:ext cx="160615" cy="160615"/>
          </a:xfrm>
          <a:prstGeom prst="roundRect">
            <a:avLst>
              <a:gd name="adj" fmla="val 11386"/>
            </a:avLst>
          </a:prstGeom>
          <a:solidFill>
            <a:srgbClr val="E0CDC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9474637" y="6564086"/>
            <a:ext cx="193119" cy="160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R²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0432" y="7061192"/>
            <a:ext cx="14123051" cy="74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linear regression model showed only a slight improvement over naive baselines. Its R² score was very close to zero</a:t>
            </a: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B96A0F8-95A9-4552-A8EC-E848EDE96804}"/>
              </a:ext>
            </a:extLst>
          </p:cNvPr>
          <p:cNvSpPr/>
          <p:nvPr/>
        </p:nvSpPr>
        <p:spPr>
          <a:xfrm>
            <a:off x="12827000" y="7416800"/>
            <a:ext cx="1803400" cy="721964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47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We Learned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74331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2838331"/>
            <a:ext cx="31673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Predictive Power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3328749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Spatial features alone do not strongly predict magnitude.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18492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7579" y="4279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Low R² Score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87579" y="4770358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Confirms minimal variance explained by these variables.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2653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87579" y="5721548"/>
            <a:ext cx="3103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Seismological Alignment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87579" y="6211967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Magnitude relates more to fault energy, not just location.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793790" y="19701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 Steps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3019068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1303973" y="3019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Expand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03973" y="3509486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Incorporate seismic moment, fault type, and historical data.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133951" y="4099203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1644134" y="4099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Models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44134" y="4589621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Explore Random Forests or Gradient Boosting for better performance.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1474232" y="5179338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984415" y="51793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84415" y="5669756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Critical for improving predictive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65780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Deliverables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11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 Established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06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Simple models with basic spatial data set a reference point.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09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Guidance for Future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5037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inform the next phase of our work.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087571-0174-5432-D137-20E4AAB22C29}"/>
              </a:ext>
            </a:extLst>
          </p:cNvPr>
          <p:cNvSpPr/>
          <p:nvPr/>
        </p:nvSpPr>
        <p:spPr>
          <a:xfrm>
            <a:off x="11709400" y="7226300"/>
            <a:ext cx="2921000" cy="1003300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7937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2763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are excited to continue building from here. We look forward to improving our models with better data and deeper insights. 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319</Words>
  <Application>Microsoft Office PowerPoint</Application>
  <PresentationFormat>Произвольный</PresentationFormat>
  <Paragraphs>59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Gelasio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Valeriya Mintseva</cp:lastModifiedBy>
  <cp:revision>2</cp:revision>
  <dcterms:created xsi:type="dcterms:W3CDTF">2025-05-28T08:49:21Z</dcterms:created>
  <dcterms:modified xsi:type="dcterms:W3CDTF">2025-05-28T09:17:56Z</dcterms:modified>
</cp:coreProperties>
</file>